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600">
                <a:solidFill>
                  <a:srgbClr val="FFFFFF"/>
                </a:solidFill>
                <a:latin typeface="Inter"/>
              </a:defRPr>
            </a:pPr>
            <a:r>
              <a:t>Ключевые понятия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FFFFFF"/>
                </a:solidFill>
                <a:latin typeface="Inter"/>
              </a:defRPr>
            </a:pPr>
            <a:r>
              <a:t>Ключевые понятия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Exact search – точный поиск по точному совпадению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Nearest neighbor search – поиск ближайших соседей по векторному пространству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kNN – k ближайших соседей, используется для классификации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Recall – показатель полноты поиска, измеряет долю найденных релевантных объектов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Почему нужен – важность точности для качества рекомендаций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FFFFFF"/>
                </a:solidFill>
                <a:latin typeface="Inter"/>
              </a:defRPr>
            </a:pPr>
            <a:r>
              <a:t>Индексы для поиска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Flat – простая линейная индексация, без компромиссов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HNSW – Hierarchical Navigable Small World, быстрый поиск с низкой памятью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IVF – Inverted File Index, ускоряет поиск за счёт группировки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ШюSWЫ IVF – возможно опечатка, но относится к IVF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Главные компромиссы – точность vs скорость, память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FFFFFF"/>
                </a:solidFill>
                <a:latin typeface="Inter"/>
              </a:defRPr>
            </a:pPr>
            <a:r>
              <a:t>Почему нужен индекс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Индекс ускоряет поиск, снижает время ответа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Индекс уменьшает объём данных, которые нужно сканировать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Индекс повышает масштабируемость при больших коллекциях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Индекс позволяет использовать Approximate Nearest Neighbor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Индекс обеспечивает баланс между точностью и производительностью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FFFFFF"/>
                </a:solidFill>
                <a:latin typeface="Inter"/>
              </a:defRPr>
            </a:pPr>
            <a:r>
              <a:t>Recall и его 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Recall измеряет долю найденных релевантных объектов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Высокий recall означает меньше пропущенных результатов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Низкий recall снижает полноту, но может ускорить поиск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Recall важен для оценки качества ANN-алгоритмов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Баланс recall и precision критичен для рекомендаций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FFFFFF"/>
                </a:solidFill>
                <a:latin typeface="Inter"/>
              </a:defRPr>
            </a:pPr>
            <a:r>
              <a:t>Главные компромиссы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Точность vs скорость – выбор зависит от задачи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Память vs производительность – индексы требуют памяти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Approximate vs Exact – компромисс между точностью и временем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Размер кластера в IVF влияет на recall и скорость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Гиперпараметры HNSW влияют на качество поиска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FFFFFF"/>
                </a:solidFill>
                <a:latin typeface="Inter"/>
              </a:defRPr>
            </a:pPr>
            <a:r>
              <a:t>Что важно сказать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Выбор индекса зависит от объёма и требований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Тестируйте recall и latency при разных конфигурациях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Параметры kNN влияют на точность и скорость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Используйте Flat для небольших наборов данных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  <a:latin typeface="Inter"/>
              </a:defRPr>
            </a:pPr>
            <a:r>
              <a:t>Для больших наборов применяйте IVF или HNSW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